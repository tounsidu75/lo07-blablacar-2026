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f6e19e0ad54174" /><Relationship Type="http://schemas.openxmlformats.org/officeDocument/2006/relationships/extended-properties" Target="/docProps/app.xml" Id="R9ecead23ce84486e" /><Relationship Type="http://schemas.openxmlformats.org/officeDocument/2006/relationships/officeDocument" Target="/ppt/presentation.xml" Id="Rb46d88f2a4484f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508cc6ed794f9d"/>
  </p:sldMasterIdLst>
  <p:notesMasterIdLst>
    <p:notesMasterId xmlns:r="http://schemas.openxmlformats.org/officeDocument/2006/relationships" r:id="R68f046c995104436"/>
  </p:notesMasterIdLst>
  <p:sldIdLst>
    <p:sldId xmlns:r="http://schemas.openxmlformats.org/officeDocument/2006/relationships" id="256" r:id="R580ac149a2ae46ac"/>
    <p:sldId xmlns:r="http://schemas.openxmlformats.org/officeDocument/2006/relationships" id="257" r:id="R695284acd78c4042"/>
    <p:sldId xmlns:r="http://schemas.openxmlformats.org/officeDocument/2006/relationships" id="258" r:id="Reced89ad9ed84858"/>
    <p:sldId xmlns:r="http://schemas.openxmlformats.org/officeDocument/2006/relationships" id="259" r:id="R2cc44c2c5ccb430d"/>
    <p:sldId xmlns:r="http://schemas.openxmlformats.org/officeDocument/2006/relationships" id="260" r:id="R251e033282f5458e"/>
    <p:sldId xmlns:r="http://schemas.openxmlformats.org/officeDocument/2006/relationships" id="261" r:id="R139e1285cbf3492a"/>
    <p:sldId xmlns:r="http://schemas.openxmlformats.org/officeDocument/2006/relationships" id="262" r:id="R5db52eba0e1745f0"/>
    <p:sldId xmlns:r="http://schemas.openxmlformats.org/officeDocument/2006/relationships" id="263" r:id="R530e530c4f1f43b7"/>
    <p:sldId xmlns:r="http://schemas.openxmlformats.org/officeDocument/2006/relationships" id="264" r:id="R535ac18f82e44e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2e590c56674ee2" /><Relationship Type="http://schemas.openxmlformats.org/officeDocument/2006/relationships/slideMaster" Target="/ppt/slideMasters/slideMaster1.xml" Id="R8f508cc6ed794f9d" /><Relationship Type="http://schemas.openxmlformats.org/officeDocument/2006/relationships/notesMaster" Target="/ppt/notesMasters/notesMaster1.xml" Id="R68f046c995104436" /><Relationship Type="http://schemas.openxmlformats.org/officeDocument/2006/relationships/presProps" Target="/ppt/presProps.xml" Id="Re16369dd4a314975" /><Relationship Type="http://schemas.openxmlformats.org/officeDocument/2006/relationships/viewProps" Target="/ppt/viewProps.xml" Id="R5495cb1e630a477b" /><Relationship Type="http://schemas.openxmlformats.org/officeDocument/2006/relationships/tableStyles" Target="/ppt/tableStyles.xml" Id="Rdb7ffdc416984bac" /><Relationship Type="http://schemas.openxmlformats.org/officeDocument/2006/relationships/slide" Target="/ppt/slides/slide1.xml" Id="R580ac149a2ae46ac" /><Relationship Type="http://schemas.openxmlformats.org/officeDocument/2006/relationships/slide" Target="/ppt/slides/slide2.xml" Id="R695284acd78c4042" /><Relationship Type="http://schemas.openxmlformats.org/officeDocument/2006/relationships/slide" Target="/ppt/slides/slide3.xml" Id="Reced89ad9ed84858" /><Relationship Type="http://schemas.openxmlformats.org/officeDocument/2006/relationships/slide" Target="/ppt/slides/slide4.xml" Id="R2cc44c2c5ccb430d" /><Relationship Type="http://schemas.openxmlformats.org/officeDocument/2006/relationships/slide" Target="/ppt/slides/slide5.xml" Id="R251e033282f5458e" /><Relationship Type="http://schemas.openxmlformats.org/officeDocument/2006/relationships/slide" Target="/ppt/slides/slide6.xml" Id="R139e1285cbf3492a" /><Relationship Type="http://schemas.openxmlformats.org/officeDocument/2006/relationships/slide" Target="/ppt/slides/slide7.xml" Id="R5db52eba0e1745f0" /><Relationship Type="http://schemas.openxmlformats.org/officeDocument/2006/relationships/slide" Target="/ppt/slides/slide8.xml" Id="R530e530c4f1f43b7" /><Relationship Type="http://schemas.openxmlformats.org/officeDocument/2006/relationships/slide" Target="/ppt/slides/slide9.xml" Id="R535ac18f82e44e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c26d42d73d4a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9728da3a8e453e" /><Relationship Type="http://schemas.openxmlformats.org/officeDocument/2006/relationships/notesMaster" Target="/ppt/notesMasters/notesMaster1.xml" Id="Ra147d78d26e941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6f981f46234a17" /><Relationship Type="http://schemas.openxmlformats.org/officeDocument/2006/relationships/notesMaster" Target="/ppt/notesMasters/notesMaster1.xml" Id="R688712380da84a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6a7e920a2f4544" /><Relationship Type="http://schemas.openxmlformats.org/officeDocument/2006/relationships/notesMaster" Target="/ppt/notesMasters/notesMaster1.xml" Id="R3f0ec8de2c6946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7bc20c279746cc" /><Relationship Type="http://schemas.openxmlformats.org/officeDocument/2006/relationships/notesMaster" Target="/ppt/notesMasters/notesMaster1.xml" Id="R0c1d41a660aa46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9dc12de5c64674" /><Relationship Type="http://schemas.openxmlformats.org/officeDocument/2006/relationships/notesMaster" Target="/ppt/notesMasters/notesMaster1.xml" Id="R9194bf6762604f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bf2e034ff14e9d" /><Relationship Type="http://schemas.openxmlformats.org/officeDocument/2006/relationships/notesMaster" Target="/ppt/notesMasters/notesMaster1.xml" Id="Rfb8c64fc2dcc49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698cd9a5914151" /><Relationship Type="http://schemas.openxmlformats.org/officeDocument/2006/relationships/notesMaster" Target="/ppt/notesMasters/notesMaster1.xml" Id="Rfe5a0140686843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4abc98e1e049e3" /><Relationship Type="http://schemas.openxmlformats.org/officeDocument/2006/relationships/notesMaster" Target="/ppt/notesMasters/notesMaster1.xml" Id="R0343d14d77514c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61d55bfdbf417d" /><Relationship Type="http://schemas.openxmlformats.org/officeDocument/2006/relationships/notesMaster" Target="/ppt/notesMasters/notesMaster1.xml" Id="Rf4b609e581364b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8c66695be47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7bbfaca05f4dcf" /><Relationship Type="http://schemas.openxmlformats.org/officeDocument/2006/relationships/slideLayout" Target="/ppt/slideLayouts/slideLayout1.xml" Id="R084020211c18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4020211c18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5ca1315634813" /><Relationship Type="http://schemas.openxmlformats.org/officeDocument/2006/relationships/notesSlide" Target="/ppt/notesSlides/notesSlide1.xml" Id="R644bc8cafb7a43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f707a80ef4918" /><Relationship Type="http://schemas.openxmlformats.org/officeDocument/2006/relationships/notesSlide" Target="/ppt/notesSlides/notesSlide2.xml" Id="R00254086595e4c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7566a1ff34df4" /><Relationship Type="http://schemas.openxmlformats.org/officeDocument/2006/relationships/notesSlide" Target="/ppt/notesSlides/notesSlide3.xml" Id="Rd2f136388a364a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2a0ae40974693" /><Relationship Type="http://schemas.openxmlformats.org/officeDocument/2006/relationships/notesSlide" Target="/ppt/notesSlides/notesSlide4.xml" Id="Rc64332879f414d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b65f07d3848b8" /><Relationship Type="http://schemas.openxmlformats.org/officeDocument/2006/relationships/notesSlide" Target="/ppt/notesSlides/notesSlide5.xml" Id="R3dc56076720d43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af2cf298e44df" /><Relationship Type="http://schemas.openxmlformats.org/officeDocument/2006/relationships/notesSlide" Target="/ppt/notesSlides/notesSlide6.xml" Id="R008e6837fa3840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73e0b76a142cd" /><Relationship Type="http://schemas.openxmlformats.org/officeDocument/2006/relationships/notesSlide" Target="/ppt/notesSlides/notesSlide7.xml" Id="R4db07f6feef746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df1ae12c241b9" /><Relationship Type="http://schemas.openxmlformats.org/officeDocument/2006/relationships/notesSlide" Target="/ppt/notesSlides/notesSlide8.xml" Id="R0f32c20e6b204b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0d12927a5413b" /><Relationship Type="http://schemas.openxmlformats.org/officeDocument/2006/relationships/notesSlide" Target="/ppt/notesSlides/notesSlide9.xml" Id="Rcec0401b9bb643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69234F-3A1E-4439-8503-B2B8430B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91BB7-060B-4273-8D3C-EBE5C850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9C2C4-A3DE-4726-9736-3BD832D8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C698B-C535-4EA4-88EB-BE3ED78A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Projet LO07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F9DCC-7E0D-40A5-BF70-7AD0D523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BlaBlaCar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9255D-4754-4838-B1FE-E2070B8A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ED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6DED8"/>
                </a:solidFill>
                <a:latin typeface="Aptos"/>
                <a:ea typeface="Aptos"/>
                <a:cs typeface="Aptos"/>
              </a:rPr>
              <a:t>Application PHP/MySQL MVC avec authentification par role, donnees persistantes et deploiement dev-isi.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D1308-3EF7-4CE0-B8F3-3EDAEA14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KHARRAZ Sami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86FDA-BF0C-4253-9EA4-3C168D41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B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B0"/>
                </a:solidFill>
                <a:latin typeface="Aptos"/>
                <a:ea typeface="Aptos"/>
                <a:cs typeface="Aptos"/>
              </a:rPr>
              <a:t>Soutenance 12 minutes maximum | pas de captures d'ecran dans ce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9FB87-2817-47BB-90C4-66A2F6AA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9525">
            <a:solidFill>
              <a:srgbClr val="3A4B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9243A-ED3C-4335-B0BA-9F2800F4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DE387-F6FE-4FF2-B11D-A50C87FC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MVC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CCC10-C892-4B51-BA7D-397A6B9A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E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DED8"/>
                </a:solidFill>
                <a:latin typeface="Aptos"/>
                <a:ea typeface="Aptos"/>
                <a:cs typeface="Aptos"/>
              </a:rPr>
              <a:t>architecture demandee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75404-BD88-4DCF-8BDC-68941F65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9525">
            <a:solidFill>
              <a:srgbClr val="3A4B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DA651-1EC2-4E8C-9B34-F78375CC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AAB4A-9A80-40F8-A58C-663DA32B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dev-isi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AFA21-72DC-4248-839B-8D5105D0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149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E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DED8"/>
                </a:solidFill>
                <a:latin typeface="Aptos"/>
                <a:ea typeface="Aptos"/>
                <a:cs typeface="Aptos"/>
              </a:rPr>
              <a:t>application deja deployee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E46B7-BABF-4D86-9032-A0A38E19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9525">
            <a:solidFill>
              <a:srgbClr val="3A4B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38659-7DBF-4043-BBBE-8AC61443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F5A2E-12D9-4729-8AC1-67F71B58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FDA59-ACCC-4253-93FF-6B1C92C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149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E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DED8"/>
                </a:solidFill>
                <a:latin typeface="Aptos"/>
                <a:ea typeface="Aptos"/>
                <a:cs typeface="Aptos"/>
              </a:rPr>
              <a:t>base fournie importee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8D42A-4F5D-4CEB-8F4B-0F35109A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E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6DED8"/>
                </a:solidFill>
                <a:latin typeface="Aptos Mono"/>
                <a:ea typeface="Aptos Mono"/>
                <a:cs typeface="Aptos Mono"/>
              </a:rPr>
              <a:t>URL : http://dev-isi.utt.fr/~kharrazs/lo07_tp/projet/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FEE2E-979B-46C2-8913-E13F507E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DE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6DED8"/>
                </a:solidFill>
                <a:latin typeface="Aptos"/>
                <a:ea typeface="Aptos"/>
                <a:cs typeface="Aptos"/>
              </a:rPr>
              <a:t>LO07 BlaBlaCar 2026 | KHARRAZ Sami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276EE-13CA-45C8-B83F-3FF353A4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6D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DED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33747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6691F3-400B-4FA1-BBF2-0E1D73A4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4FAFE80-CEE8-47E5-B0EC-2E8468CE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AD66544-1F27-4CD1-BC82-EACC6046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SUJET ET PROBLEMATIQUE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E5E27-E77B-464E-AEFE-50864AA2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Transformer un fichier SQL en application web persistante et controlee.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C6675-78E2-4D18-A7FB-477D2DD9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DF076-3315-47D2-866A-891D38A7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Point de depart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C3BD4-FC60-459D-8532-87C8275F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55C31-F2A0-4E85-9F37-4E1564AE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388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Base imposee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DB8B3-3A63-4688-86EC-EE3D8525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57525"/>
            <a:ext cx="388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Le fichier SQL fournit les tables utilisateur, ville, vehicule, trajet et reservation.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FF88F-CE7A-463C-87F5-A955FD51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96C4B-AA70-4070-9F84-BD7BD757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388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Contraintes metier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4D80B-8C7B-4A87-9059-6A90C19A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76675"/>
            <a:ext cx="388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Chaque role doit voir un menu et des actions coherents avec ses droits.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9B3B9-A48F-4463-A0FA-820F6CBC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BD059-0E14-4D52-889A-1B760428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88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Persistance obligatoire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DFA9B-431F-40B6-848F-198D4126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00575"/>
            <a:ext cx="388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Les ajouts, reservations et clotures doivent modifier MySQL durablement.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46AFB-4C63-4CBD-87E2-2DA94D32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812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424BA-EF8A-4FE7-9B85-A6A8C7E3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669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Question centrale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9A469-6ACB-45AD-BA4D-B4FA9F83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76550"/>
            <a:ext cx="4000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Comment organiser une application MVC simple qui reste fiable, testable et conforme au cahier des charges 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A0E84-0DE5-4594-A58A-81E279DE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5A2F9-CD77-43D2-A7AE-DCA178A6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767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La reponse retenue : un routeur central, des controleurs par domaine, des modeles PDO, des vues reutilisables et des transactions pour les operations critiques.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E5F61-5470-400F-8504-77645C0B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LO07 BlaBlaCar 2026 | KHARRAZ Sami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09F50-340E-429B-90E9-F6A105CC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51739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341069-D8AE-4D85-9DAF-D9E4199B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E879F4F-AAE9-434C-A574-62CA861F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A0E2ABF-5D97-457B-8456-BDA9F3F4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2264C-4877-44ED-AEEF-A259F17F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router2 centralise le parcours et separe les responsabilites MVC.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B0D48-E95E-4090-89B1-C346A30A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6852E-BB1C-4872-9937-76ECC1EA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53FF5-E19D-4020-BD2A-CA6C8060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index.php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47AB1-EE54-4E8F-B0EE-B3E7070F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initialise la session puis redirige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BBCB9-AC12-4A38-BC5D-2472FB24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1940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37CA3-CC93-4C76-8083-85B64BA1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194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7799C-D9E3-449C-B0B7-8CC0F01F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router2.php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1C8ED-4275-4103-BDBC-58D7BFB4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76600"/>
            <a:ext cx="121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action unique dans l'URL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2BDA7-CA06-43B5-B6E0-8CF5875D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F51DA-46DF-440D-94E2-4D56064A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2A740-4C82-4FC0-9477-B37B5899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908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Controleurs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01C8F-657C-4AB8-86B7-3C08662A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orchestrent les cas d'usage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8778E-8D43-43EE-B7F5-E1B6DC8B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FA8D3-2E52-49CB-904A-ABFF3BB6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1B0B4-B5F9-4B0C-B7E1-1DA17C63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908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Modeles PDO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6CB6C-4763-4A7D-A2AA-89AA0CB0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requete MySQL et transactions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3CDDE-20B9-4781-AAEC-5148E832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7D200-9E98-48F5-A896-5B587C62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18798-63B5-4335-B537-267E4D4B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908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Vues PHP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0835D-A9A7-42C3-A213-D76D4723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7660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affichage + menu commun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83198-BA40-4489-9E13-A4E8C08A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786C1B-5951-4491-8A75-DA52CED3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7E84D5-2320-404A-AC25-1B7115B6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224AED-82A5-4C78-9774-F44A8E24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5485C3-900E-4A29-AF57-B832AB22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ADE924-08A6-434A-AC08-B2369C23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2762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9CDC77-1EFA-4D2D-B573-51F60C00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3395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BaseController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6B1B1-B33D-4533-B9C5-757931EC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1970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currentUser, requireRole, rendu, POST helpers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B3DD6A-293E-43DF-857E-0BF64B2F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625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C4C12F-A4CB-4A57-89FF-7955D4B2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625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38098A-33AE-459D-B8D2-D9B0958F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9339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config.php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094A97-E447-447D-8A0E-0ABF6D24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2197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DB, URL, nom et helpers communs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154BF1-C341-457F-AD7D-03728A2B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65393D-DFB2-42C6-BC72-DE26E35E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2762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F87F0D-2A45-4641-AD1B-E36568C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3395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E3452E-BCA6-415C-8CE4-7BD7BB66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1970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donnees sources + nouveaux enregistrements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D8DCA3-AA3E-44BA-A348-607F6431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Lecture technique : le routage reste simple, mais les regles sensibles sont dans les controleurs/modeles, pas dans le menu.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269623-0557-4F73-87E0-6C0D38EA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LO07 BlaBlaCar 2026 | KHARRAZ Sami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9B78B6-7DB0-4029-8D73-37B0C2D8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79825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7714B0-B83B-405C-84F7-DD87C311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F7662BF-F975-4AB8-A8B3-AF0C9A54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B4456A-2F26-4719-9DAD-B0480506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DONNEES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55B4B-98E5-41FD-AD74-CF046146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Le SQL fourni donne une base assez riche pour verifier tous les parcours.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55C99-8C4B-47E3-AFCF-C5373BEB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70CED-333F-4B34-BACF-BEF5D0C8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CDA94-E732-4817-A1E5-241105C9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E281D-08A3-4C68-9EA7-1214746B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utilisateurs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7EE88-5F58-41D7-9386-D08C199D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D8698-C0A2-4681-B153-98D44F05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A4DE7-BD73-4EB9-BF4C-E3B80983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526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E5E9B-1406-4E3A-AD7D-9C9DD704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52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vehicules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B0019-BF41-410C-AF13-B4963333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1FBFC-28C6-4698-921B-669B6B8D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09F9B-AB40-4F82-8E7C-35F295DE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526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939DA-0AD2-4FB7-B248-E5877818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villes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83AA5-6218-427E-A94B-15E79B58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37E0B-0851-45A9-98FE-1BBCA962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E3356-B24E-4E3D-A5C4-52C4CB97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E5D6A6-EDB1-46D6-805E-11E295A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2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trajets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05FBE-6B2C-4D4B-8264-601ACDBF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A4AAA-E048-4394-BC77-C18E59F0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D418F-2B99-41FD-AB44-F6662F3E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629B77-1D4D-48EE-9A4C-810B27F4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reservations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C6E4C-D843-4E6D-BBFB-9765A8B4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BDAB0-F93D-4D91-BE35-5CFF2643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97941E-0E6B-4386-9417-F051440B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526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16,16 EUR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AF165-BCA3-4642-9F28-AFB7AE7E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52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prix moyen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F5DAB-0EBF-402E-B648-F73FD117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45D8A3-2CD5-4C3C-8CB0-63B1FC4E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Repartition des roles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E125E5-3DB2-482E-9114-E3695EED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Administrateur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CDF5F3-F830-475E-909F-2B7A7663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624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9525">
            <a:solidFill>
              <a:srgbClr val="ECEF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895C18-757F-4AAA-A371-71FFD7C0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624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A1683-3AB3-4C03-B8FD-DEB7D08B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148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A8BB8B-ECED-4E42-9D55-55E7ABFC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Conducteurs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B42FEC-8737-4E74-8E34-95712C20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434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9525">
            <a:solidFill>
              <a:srgbClr val="ECEF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3A39F9-E97F-4B57-BAD7-3F8A7B4E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434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F55EAF-A03A-41B0-BB15-9D7A5CFE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958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6CBF5C-74EF-44E9-8A77-5CC4FE38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Passagers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3650D4-1535-41DE-B7BA-4A1F6E32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244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9525">
            <a:solidFill>
              <a:srgbClr val="ECEF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F09ABA-4B18-4057-96D9-754AD5A2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244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23DDED-9E0D-4296-88B2-520975D0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768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BCB0BF-BA6D-47A2-A227-E0869332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4F08AB-F8CB-4F5F-9A29-E4DDC1D8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Etat initial des trajets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BCFEF2-866C-4C68-B8EF-C2F50BB2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Actifs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A4DFAA-702A-4853-AE6B-7A5F3962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386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9525">
            <a:solidFill>
              <a:srgbClr val="ECEF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42E9EF-9724-444A-80DB-69A26BAA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386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37B361-F007-4887-B6D9-3B605CFB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910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00CE2E-1433-4356-BEE3-760EB693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Passifs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7E81D5-B5D0-40AF-8513-ABF97395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9525">
            <a:solidFill>
              <a:srgbClr val="ECEF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A5C0CB-0334-4AC5-BF2F-72D83E50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7DBC02-DCC3-409A-898A-5D55806B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05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3181BB-6975-479B-9FDD-83106C5C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2925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Ce partage permet de tester a la fois la reservation et la cloture.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4869F0-E72E-42DC-9382-933DE4F5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LO07 BlaBlaCar 2026 | KHARRAZ Sami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8E77D0-C906-4AB5-AF84-BEA9C7C4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69119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356EEA-479C-4D1F-86BE-E844309D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B78A017-286B-4532-B99F-26F90426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DA76D6-128E-44EE-8683-6048FC98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PARCOURS METIER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A5C12-9D0E-43B1-985A-A847D8CA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Un seul menu metier est visible selon le role connecte.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35D03-718B-4C6B-8974-F0B1ADC9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524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65DB1-C6ED-4175-9446-088BF18E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364AA-2CB6-4943-8905-D6C84836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D3ACA-A940-46C8-886B-9CD2815B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gestion des referentiels et des comptes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DA210-495C-42BB-8680-D5DB02B3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5F113-5658-4956-A4EB-FC2363DD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385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utilisateurs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ED179-4B96-4F6B-957F-A0054329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BEB31-4E09-479F-AA30-2CE2216B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conducteurs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A47C1-979F-448C-BFAE-48DD7B87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16B74-E5CF-468E-95F0-F132F942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passagers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EC39D-D94E-43A5-A04E-1BEB57B5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AE76B-DE0F-45F5-B58A-BCD42DA0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958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vehicules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A9313-6D99-4D47-B940-1ADFC01F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0B4EF-4D2B-40ED-AD8E-0867BDDF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149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villes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542D9-5C07-490D-8C2C-29BA757C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524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3A09E-4298-41A6-8975-6A62F59D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07F955-A3CF-4CB7-A99B-073FF5BE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622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Conducteur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15B69-09AC-4C0E-83CB-E3DBACE7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publication et suivi des trajets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EFCC5-E69D-48EB-9402-CA173FB4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718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F3AF6-C6D5-4061-A3E1-73846486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385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mes vehicules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DA7D3-E428-482D-B514-1ADFBD77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909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EED9B-92F8-4CDF-AC02-790512E0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576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mes trajets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5C5AAF-8D3E-4918-86A5-6BCF5ED2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00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BE283B-8974-4556-80C4-D07A5730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767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ajout trajet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7E48A1-040D-4511-8F1E-5E5F061E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291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35407F-4C61-44A1-9B9F-D5453DAA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958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passagers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1F34D0-1EE8-4061-A6ED-5920D1EF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482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C2FEE-FC3B-4F3C-BEB0-29F989EC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149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cloture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B99048-3638-4CD3-8BF0-CB625BAE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2524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32689C-8F2C-4F1B-B9B4-C58BB631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E88D0A-C13A-436B-BF58-75C848DF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622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Passager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C162E7-AB49-427F-979E-076C5F14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reservation sur trajets actifs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4C45E9-71DE-4FD4-8FD0-EB3432BA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718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D79980-5B7C-4A79-93FF-4A7A3561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385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mes reservations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D08005-BA58-4C95-9C62-36360F5B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142DF9-5010-4EF1-98FF-D92BEF5A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576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reserver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A4D-432F-47F4-ACE3-6CA8C0B8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00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1D50D2-627E-44C9-8288-AC4BA8E7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767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doublons autorises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28506F-10ED-46C0-A7A3-52F91B88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524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3FC885-D13B-48D1-8212-09B9A0C2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23B22D-C50C-4C76-9608-22BE57B3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622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Examinateur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5509A9-5E5F-4A63-9D96-2D4B42AE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controle rapide du rendu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CDEC5B-1944-4D6B-BD59-5D67EDB6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718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13C7B4-ED48-4C07-A5AD-F1A18BC4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385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cookies/session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34CCD8-99E1-40C6-A5C5-08C28FE3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A127BD-EE76-4B91-9238-49F19FC1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576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10 reservations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54FD24-FB20-4993-BE2D-C76D2A61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100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F7281D-AD60-41FF-BD26-E2EC64F1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767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innovations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B5A978-77F7-460D-A974-AE2221DA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293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Les URL directes sont controlees dans les controleurs par requireRole(), pas seulement masquees par le menu.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BA6025-931E-43A5-8288-7027A0D4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LO07 BlaBlaCar 2026 | KHARRAZ Sami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3AE066-D36F-487D-B691-D685D7CD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85851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1855F6-A6B8-42DF-A6FD-BDF9B1AF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A563269-D48A-4391-B8EF-2E5ABD6A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1B5324A-F4A3-4FC7-AF9B-1B47247A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PERSISTANCE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C3638-E887-41CF-BBDA-C2C6BED7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La cloture d'un trajet est protegee par une transaction SQL.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33EDB-2209-4B9D-AF1C-EAD97B81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8A489-8DCE-4156-9A53-D9830A6C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E1BF9-4D4D-417A-912F-84E3407E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1. Verifier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6206E-3366-47CB-8CDC-562C8B0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trajet actif du conducteur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8E818-1AF5-472A-BE3D-3A9BC8B0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89BAB-16CB-42AB-8E83-3C47B4B6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53F63-8DA9-4DB3-BD26-B669457E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2. Verrouiller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BDDEC-528D-4D74-973C-00199F7C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trajet + reservations avec FOR UPDATE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43699-871B-4FF7-8D65-2ECD3F4A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D3790-33DB-4DAC-A7AE-41CB4269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3A213-1C58-424D-B65C-D3B85459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575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3. Debiter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2848B-C8F7-47BE-B4D2-0E696AD7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432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chaque reservation passager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CCCD0-D27E-41AB-A5CD-06AC57E0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14804-DEDC-4700-92D1-1AA5F62F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E6DB3-0954-45C0-B631-BA3F68A4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4. Crediter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BF53C-C412-415F-9CC3-FDBF07DC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conducteur = prix x reservations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362EF-EE98-4D66-A7A7-6C5A03DD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8605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437DF-60A2-47D9-81F3-875D8082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860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296C1-7FEC-4B77-A4E9-86FF2040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5. Cloturer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FAA3E-21AE-484D-82EF-5857B675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43250"/>
            <a:ext cx="121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statut passe a passif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A5F53A-A27A-4A45-9642-13D114FD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575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BE2E31-5A98-431D-8F7E-D095797E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575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EF3881-A168-494D-99DD-E5AF9961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575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A90301-ED0D-48B5-80BC-61E958B6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575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E27F9E-5363-4D8E-B6EF-CFF98174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48200"/>
            <a:ext cx="914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B895EC-8F30-4B96-9937-D48452C5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76800"/>
            <a:ext cx="847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6202A"/>
                </a:solidFill>
                <a:latin typeface="Aptos Mono"/>
                <a:ea typeface="Aptos Mono"/>
                <a:cs typeface="Aptos Mono"/>
              </a:rPr>
              <a:t>BEGIN TRANSACTION -&gt; calcul du total -&gt; mises a jour soldes -&gt; UPDATE trajet -&gt; COMMIT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48A602-47FD-4F5C-A681-6B499483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0065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 cas d'erreur, rollback : les soldes et le statut ne se retrouvent pas dans un etat incoherent.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DD3A56-2F0A-444E-8AC2-2577C838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LO07 BlaBlaCar 2026 | KHARRAZ Sami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6A9B5C-5814-4B7D-9508-F3A972A8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18954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E3DF14-1A4C-4989-9698-8614F6EA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3401E65-E670-4CD4-BBE1-51D6698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C5DD73-ED6F-4797-9673-1D3EDB4F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INNOVATION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110D0-62BC-42EE-BB3C-CA4CA481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Le tableau de bord transforme les reservations en indicateurs lisibles.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5B8B3-7F20-4DD3-9266-1E422890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BE007-02B9-4A9B-9AED-EB0E8823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BAE18-1E6A-4F25-A05D-61760627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D6278-FCDC-44EF-BDD9-72C19871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KPI visibles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9F8D0-5417-40D5-84FC-7DCB8FC7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383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058BA-61A4-43ED-8021-3AB74AEF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383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40E47-C481-436B-BFF4-A18825D2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Top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674C8-34F7-468C-9B13-B32AA3D5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90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trajets reserves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B4215-EEB8-4110-90E2-1F570953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383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44988-6E58-410A-98D2-70F98CDB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383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8FC4E-F649-4D10-97D4-5543C8F6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Top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5D188-E7DE-4959-9EDE-D3F3334A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revenu conducteur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9ADCE-EBEC-4F4E-9291-283A0A83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383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20923-3667-4B66-B9D5-76D731F7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383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B0B3E-36C6-4BE3-8A08-50AA80BD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Top 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0EAA2-7725-4A71-A695-69BA9436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90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villes utilisees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99410-6F1E-44F4-AC7B-B482781C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BAE20-6812-4BC5-A4B6-A4AA7718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2F8F41-60B5-4C67-84BC-385B295E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live 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8AE9C-8D35-4929-9180-AA9E7447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donnees a jour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13A260-83C8-43FA-9413-3C420DF4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57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263898-A744-4DAC-BD9B-7EFE1A5D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Ce que l'examinateur peut verifier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61405C-DFDC-4616-957C-6636C394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Trajets actifs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9B2498-F8BE-448C-855D-8754D6F0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38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9525">
            <a:solidFill>
              <a:srgbClr val="ECEF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A9B145-B126-4812-9346-6572A4B2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386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A03A69-0D12-4E76-B34C-88D7E207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910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D41B71-E42B-495C-82C7-AF46D7DF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96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Trajets passifs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EFD209-8022-4B6F-BB21-9D330536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9525">
            <a:solidFill>
              <a:srgbClr val="ECEF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7D3662-C440-4BD2-8675-B3CD9CCA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600DFB-EA57-4842-9209-EAF90D4A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101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72BAC9-AA73-4477-96C8-25D93A00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457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13081B-6735-4629-9539-01E55944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Pourquoi c'est utile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8FA8D2-114E-4611-B339-CDA76709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361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L'innovation ne rajoute pas seulement une page : elle donne une lecture analytique de la base, utile avant la demonstration.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F816BD-8559-40D9-A886-A9D43A96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LO07 BlaBlaCar 2026 | KHARRAZ Sami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DA49CB-6787-4323-86E3-8FF4D9E4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18833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37DDE1-BBD0-4059-84B6-D8A6F4A0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54B94C-5D03-470A-B1A9-197F55E8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A2D4E84-6B68-449F-BE49-E5586818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INNOVATION MVC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62E73-B1C7-4E93-AD85-1320EB21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Les helpers communs reduisent la duplication et rendent les droits explicites.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CFF84-E16B-4F6E-9430-ABFADFFE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A6702-A88C-4CC3-848B-E67E209F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DB08B-131C-490C-BF33-3360AE6A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2362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BaseController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B4CC1-552B-4D06-80C5-0BE61766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95550"/>
            <a:ext cx="2362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currentUser, requireLogin, requireRole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B1022-1440-45AD-9126-80DE12C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8CD59-3946-4CD9-B3AF-54AF0586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324DA-C6C1-4CED-83C2-8D1FCC2E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67200"/>
            <a:ext cx="2362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config.php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CC53E-CE88-4B73-9133-C6B2094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52950"/>
            <a:ext cx="2362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constantes, URL, helpers e(), redirect_to()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82E76-8525-4234-80D8-E265D0D1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99333-7D19-4197-A5EA-34F5C788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88D3E-5975-4A82-ACE0-FB9F5ED9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Vues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338D8-4804-410D-ABBE-0251AC7F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header/footer, menu dynamique, flash messages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38A50-CCC9-4F31-B960-133F3687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F93A6-60F3-42EB-8F15-AEE5F88A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D5A36-502F-41BA-B083-B5A7FA69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80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Modeles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6FACA-F6E3-4059-B091-80A73DE1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PDO, requetes preparees, transactions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BD80F-8FAA-427B-AE61-AB3E8EDC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909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3C46A-C15F-4871-85FC-B1E98B4F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909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7A3A1-F074-40F8-A157-987164A4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85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75A3F-FD7C-468E-A315-90C47F79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34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Impact concret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B70E69-CEC3-4D3B-AB13-055B1FBE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38800"/>
            <a:ext cx="948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Le controle d'acces est centralise dans les controleurs. Les vues restent concentrees sur l'affichage et les modeles portent les regles critiques.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1E847-3850-4967-BF1E-B2D04A91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LO07 BlaBlaCar 2026 | KHARRAZ Sami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D7D627-3112-4337-B4FD-46AD203E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44344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846362-8FB0-4D9E-85B5-B4F0509A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4604AF1-3DFA-43A8-8EFF-6F0D14A0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B79B697-A51E-4612-ACC9-7BA2630D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92BEB-A156-4359-A506-FE3764BF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projet est pret pour la demonstration live sur dev-isi.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1F146-26AE-4F27-9F3B-9189F911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9525">
            <a:solidFill>
              <a:srgbClr val="3A4B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08519-F014-4142-9B25-47AF20FB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B8845-0C97-4CBE-BA33-CC3D275A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70FA6-3810-4515-9E76-D55F045A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E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DED8"/>
                </a:solidFill>
                <a:latin typeface="Aptos"/>
                <a:ea typeface="Aptos"/>
                <a:cs typeface="Aptos"/>
              </a:rPr>
              <a:t>fonctions demandees couvertes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E0F98-F027-43E9-9FAE-753ED948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9525">
            <a:solidFill>
              <a:srgbClr val="3A4B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6CD7B-D35F-4465-95D0-0EAF8232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FDD75-F221-4F51-A558-B7068682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860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 roles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6C3E7-6AA5-4E99-94CE-EF0693C1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860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E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DED8"/>
                </a:solidFill>
                <a:latin typeface="Aptos"/>
                <a:ea typeface="Aptos"/>
                <a:cs typeface="Aptos"/>
              </a:rPr>
              <a:t>admin, conducteur, passager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F8FB8-9AC1-4C35-BC65-78C12CFE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9525">
            <a:solidFill>
              <a:srgbClr val="3A4B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1B792-4332-4067-A1D2-6956F22D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CF45C-96C3-4378-9417-F1075B09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2CDEA-871C-403B-A099-CC87E47C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E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DED8"/>
                </a:solidFill>
                <a:latin typeface="Aptos"/>
                <a:ea typeface="Aptos"/>
                <a:cs typeface="Aptos"/>
              </a:rPr>
              <a:t>droits refuses proprement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2BD96-2BB7-415A-B5CE-FE1E5512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9525">
            <a:solidFill>
              <a:srgbClr val="3A4B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2D685-0729-407A-8A59-5022F88B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4D17D-C79B-4DD7-B907-F3EEB1F6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860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GitHub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86E54-F7D3-41E8-B30D-561713B7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860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E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DED8"/>
                </a:solidFill>
                <a:latin typeface="Aptos"/>
                <a:ea typeface="Aptos"/>
                <a:cs typeface="Aptos"/>
              </a:rPr>
              <a:t>source publiee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61594-43EF-427C-B441-72A97DB8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009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9525">
            <a:solidFill>
              <a:srgbClr val="3A4B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96566-57A7-431D-84D2-95E53659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43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980BC-8F2F-4130-8464-EDBB580D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957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Application deployee : dev-isi.utt.fr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67758-342D-4BC2-8ACE-6ECCEF12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24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4D754-0B3B-40A5-992C-B991B381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767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 SQL importee avec les volumes attendus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A57212-ECF3-4D6B-BEE6-03521D80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05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880E71-9E52-4AA5-B377-B569CE79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Comptes de test : boss, trisprior, calebprior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5852EC-7657-4A7E-B1EE-7D676E0A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BF97E9-76C1-4E0C-A656-E38E120B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Presentation sans copies d'ecran, conforme au sujet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105077-C513-4D82-9883-F93BC2B0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96FA6E-C690-4A6C-8A76-71B1B167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767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ZIP de rendu avec sources, readme et PowerPoint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D12D3B-ED39-4DFD-9EAB-D606C4EA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A475D2-4303-4368-948A-6C23296F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conseillee : login -&gt; role -&gt; action -&gt; verification 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8DA35D-9242-44A0-B0D2-2BC48020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864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ED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6DED8"/>
                </a:solidFill>
                <a:latin typeface="Aptos Mono"/>
                <a:ea typeface="Aptos Mono"/>
                <a:cs typeface="Aptos Mono"/>
              </a:rPr>
              <a:t>Depot GitHub : https://github.com/tounsidu75/lo07-blablacar-2026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539FCD-C7C2-4F80-8986-77A4D9DB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DE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6DED8"/>
                </a:solidFill>
                <a:latin typeface="Aptos"/>
                <a:ea typeface="Aptos"/>
                <a:cs typeface="Aptos"/>
              </a:rPr>
              <a:t>LO07 BlaBlaCar 2026 | KHARRAZ Sami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252C92-BA60-4D60-AC0A-B14B5D79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6D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DED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07739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2026-06-03T19:52:45.4330000Z</dcterms:created>
  <dcterms:modified xsi:type="dcterms:W3CDTF">2026-06-03T19:52:45.4330000Z</dcterms:modified>
</coreProperties>
</file>